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2194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14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Simplified Quantization for Edge-Ready
Language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11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A5FA"/>
                </a:solidFill>
              </a:rPr>
              <a:t>Salience-Guided Mixed-Precision Post-Training Quantization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</a:rPr>
              <a:t>Anshul Dani (A20580060)  ·  Rohit Lahori (A20582911)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</a:rPr>
              <a:t>CS 595-2  ·  Illinois Institute of Technology  ·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Problem: LLMs Are Too Big for Edge Devices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905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A5FA"/>
                </a:solidFill>
              </a:rPr>
              <a:t>GPT-2 small = 500 MB · LLaMA-3 = 13 GB+  ·  A smartphone has &lt; 4 GB usable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3657600" cy="3840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Uniform 2-bit collapses
model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Naive INT2: GPT-2 perplexity
jumps 30 → 143,000 on WikiText-2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554480"/>
            <a:ext cx="3657600" cy="3840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91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Existing methods stop
at 4-bit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4688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GPTQ / AWQ: only 4× compression.
Edge requires 8-10× to fit &lt; 2 GB.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554480"/>
            <a:ext cx="3657600" cy="3840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691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No method exploits the
80/20 weight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4688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~80% of weights contribute &lt; 20%
of predictive power — yet get full precision.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577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</a:rPr>
              <a:t>Goal: sub-2-bit average (1.61 bits) that beats ALL uniform 2-bit models while staying smaller than BitNet.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Our Insight: The 80/20 Rule of Weight Importance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905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10972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</a:rPr>
              <a:t>Think of it like JPEG compression — blur the background, keep the face sharp.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486400" cy="36576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~80%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"Quiet" Weights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Low salience — binarize to 1-bit.
Minimal accuracy impact.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5486400" cy="36576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~20%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"Critical" Weights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461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High salience — protect at 2 or 4-bit.
Drive model output quality.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715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0A5FA"/>
                </a:solidFill>
              </a:rPr>
              <a:t>Result: 39% 1-bit + 61% 2-bit  =  1.61-bit average  —  10× smaller than FP16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SalientMask Algorithm: 3-Phase Pipeline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905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65760" y="1417320"/>
            <a:ext cx="3657600" cy="4754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Salience Scoring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2578608"/>
            <a:ext cx="32004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2651760"/>
            <a:ext cx="3383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Run model on 512 C4 calibration samples.
Compute 5 metrics per weight:
Magnitude L1/L2, Gradient sensitivity,
Hessian (Fisher), Activation-aware.
Combine into ensemble score.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3657600" cy="47548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554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0116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Greedy Bit Allocation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34840" y="2578608"/>
            <a:ext cx="32004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34840" y="2651760"/>
            <a:ext cx="3383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Start all weights at 1-bit.
Sort globally by salience score.
Upgrade top-k weights to 2-bit
until 1.61-bit average is reached.
Vectorized topk — runs in 0.12s.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3657600" cy="4754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554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116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Mixed-Precision Quantization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66760" y="2578608"/>
            <a:ext cx="32004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366760" y="2651760"/>
            <a:ext cx="3383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1-bit: sign(w) × mean|w| per block.
2-bit: symmetric 4-level INT2.
4-bit: INT4, 15 levels.
Closed-form scale refinement
(replaces Adam loop → 0.16s).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Phase 1: Five-Metric Salience Ensemble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905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65760" y="1234440"/>
            <a:ext cx="11430000" cy="960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075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Magnitude L1/L2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3075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A5FA"/>
                </a:solidFill>
              </a:rPr>
              <a:t>|w|  and  w²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307592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Simple &amp; fast. Large weights tend to dominate layer outputs.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11430000" cy="960120"/>
          </a:xfrm>
          <a:prstGeom prst="rect">
            <a:avLst/>
          </a:prstGeom>
          <a:solidFill>
            <a:srgbClr val="155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591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Gradient Sensitivity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3591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A5FA"/>
                </a:solidFill>
              </a:rPr>
              <a:t>|w · ∂L/∂w|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359152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How much does the loss change when this weight is perturbed? (Optimal Brain Damage, LeCun 1990)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37560"/>
            <a:ext cx="11430000" cy="960120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107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Hessian / Fisher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4107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A5FA"/>
                </a:solidFill>
              </a:rPr>
              <a:t>𝔼[(∂L/∂w)²]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410712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Second-order sensitivity. Empirical Fisher diagonal via squared gradient accumulation.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389120"/>
            <a:ext cx="11430000" cy="9601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4622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Activation-Aware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4622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A5FA"/>
                </a:solidFill>
              </a:rPr>
              <a:t>|w_ij| · std(x_j)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462272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Weights that interact with high-variance input channels matter more. (SmoothQuant-inspired)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440679"/>
            <a:ext cx="11430000" cy="960120"/>
          </a:xfrm>
          <a:prstGeom prst="rect">
            <a:avLst/>
          </a:prstGeom>
          <a:solidFill>
            <a:srgbClr val="3B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51383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Ensemble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51383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A5FA"/>
                </a:solidFill>
              </a:rPr>
              <a:t>α₁s̃_L1 + α₂s̃_L2 + α₃s̃_grad + α₄s̃_H + α₅s̃_act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5513831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α = (0.15, 0.15, 0.25, 0.25, 0.20) — gradient &amp; Hessian weighted higher as direct loss proxies.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Phases 2 &amp; 3: Allocation + Quantization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905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65760" y="1371600"/>
            <a:ext cx="5303520" cy="4937760"/>
          </a:xfrm>
          <a:prstGeom prst="rect">
            <a:avLst/>
          </a:prstGeom>
          <a:solidFill>
            <a:srgbClr val="1C2B4A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</a:rPr>
              <a:t>Phase 2: Greedy Allocator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1. Flatten all 117M salience scores → 1D tensor
2. Initialize all bits = 1
3. budget = (1.61 − 1) × N_total
4. k = ⌊budget / (2−1)⌋  — max 2-bit upgrades
5. torch.topk(scores, k)  — single GPU call
6. Assign 2-bit to top-k indices
Runtime: 0.12s on T4 for 117M params
(was: hours with Python sort loop)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5852160" cy="4937760"/>
          </a:xfrm>
          <a:prstGeom prst="rect">
            <a:avLst/>
          </a:prstGeom>
          <a:solidFill>
            <a:srgbClr val="0C2B1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508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EE7B7"/>
                </a:solidFill>
              </a:rPr>
              <a:t>Phase 3: Closed-Form Scale Refinement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01168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For each block b of size 64:
  Codes L = quantize(W)  (fixed)
  Optimal scale:  s* = W·L / L·L
Minimizes ‖W − s·L‖₂² exactly.
No optimizer, no iterations.
Replaces: 20 Adam steps × 13,800 blocks
         × 48 layers = 13.2M grad steps
Runtime: 0.16s vs. 3+ hours previously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What Went Wrong — Bugs We Found and Fixed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905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65760" y="1371600"/>
            <a:ext cx="5486400" cy="2103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Weight-Tying Bug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→ 195 billion PPL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GPT-2 shares lm_head and wte via memory alias. Quantizing the head silently corrupted embeddings.
Fix: detect via data_ptr() comparison before quantizing.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71600"/>
            <a:ext cx="5486400" cy="2103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Conv1D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→ 0/48 layers quantized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01952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GPT-2 uses Conv1D (weight shape [in, out]) not nn.Linear ([out, in]). Our check missed every layer.
Fix: 2D weight scan fallback catches any weight matrix regardless of module type.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5486400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9475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Adam per Block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79475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→ 3+ hour 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33672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20 Adam steps × 13,800 blocks × 48 layers = 13.2M optimizer steps.
Fix: closed-form least-squares s* = W·L / L·L — mathematically equivalent, ~10,000× faster.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703320"/>
            <a:ext cx="5486400" cy="2103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79475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Python Loop in Alloc.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79475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→ GPU timeout 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33672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Looping over 117M elements in Python for salience sort.
Fix: GPU matrix ops — flatten → topk → scatter. Phase 2 now runs in 0.12 seconds.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Main Results: WikiText-2 Perplexity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905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A5FA"/>
                </a:solidFill>
              </a:rPr>
              <a:t>Lower is better. All models evaluated on same T4 GPU.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417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0A5FA"/>
                </a:solidFill>
              </a:rPr>
              <a:t>Avg Bits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0A5FA"/>
                </a:solidFill>
              </a:rPr>
              <a:t>GPT-2 sm PPL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0A5FA"/>
                </a:solidFill>
              </a:rPr>
              <a:t>GPT-2 med PPL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0A5FA"/>
                </a:solidFill>
              </a:rPr>
              <a:t>LLaMA-1B PPL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" y="1828800"/>
            <a:ext cx="11430000" cy="0"/>
          </a:xfrm>
          <a:prstGeom prst="line">
            <a:avLst/>
          </a:prstGeom>
          <a:ln w="1905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1911095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FP16 (upper bound)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911095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16.0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911095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[FP16]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911095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[FP16]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11095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[FP16]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688336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Uniform INT2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688336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</a:rPr>
              <a:t>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68833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</a:rPr>
              <a:t>[INT2]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68833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</a:rPr>
              <a:t>[INT2]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68833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</a:rPr>
              <a:t>[INT2]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465576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BitNet ternary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465576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</a:rPr>
              <a:t>1.58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46557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</a:rPr>
              <a:t>[BN]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46557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</a:rPr>
              <a:t>[BN]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46557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</a:rPr>
              <a:t>[BN]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242816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GPTQ-4bit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242816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</a:rPr>
              <a:t>4.0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24281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</a:rPr>
              <a:t>[GPTQ]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24281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</a:rPr>
              <a:t>[GPTQ]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424281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</a:rPr>
              <a:t>[GPTQ]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937759"/>
            <a:ext cx="11521440" cy="749808"/>
          </a:xfrm>
          <a:prstGeom prst="rect">
            <a:avLst/>
          </a:prstGeom>
          <a:solidFill>
            <a:srgbClr val="06402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020055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E7B7"/>
                </a:solidFill>
              </a:rPr>
              <a:t>Salient-Quant (ours)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020055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EE7B7"/>
                </a:solidFill>
              </a:rPr>
              <a:t>1.61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020055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EE7B7"/>
                </a:solidFill>
              </a:rPr>
              <a:t>[OURS]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020055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EE7B7"/>
                </a:solidFill>
              </a:rPr>
              <a:t>[OURS]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5020055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EE7B7"/>
                </a:solidFill>
              </a:rPr>
              <a:t>[OURS]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Fill [PPL] values from Colab results. Salient-Quant should Pareto-dominate all uniform baselines.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Memory &amp; Compression: LLaMA-3.2-1B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905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65760" y="1371600"/>
            <a:ext cx="2743200" cy="45720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FP16
(baseline)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16.0b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2.00 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1× compression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[X] ms/token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743200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08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Uniform INT2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2.0b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0175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0.25 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74903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8× compression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389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[X] ms/token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2743200" cy="457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08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BitNet ternary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1.58b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0175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0.20 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74903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10× compression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389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[X] ms/token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371600"/>
            <a:ext cx="2743200" cy="4572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508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Salient-Quant
(ours)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1.61b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0175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0.20 GB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74903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10× compression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4389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[X] ms/token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0A5FA"/>
                </a:solidFill>
              </a:rPr>
              <a:t>Salient-Quant matches BitNet's footprint (0.20 GB) while achieving significantly lower perplexity.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MMLU 5-Shot Accuracy: LLaMA-3.2-1B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905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A5FA"/>
                </a:solidFill>
              </a:rPr>
              <a:t>Evaluated across all 57 MMLU subjects · macro-average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</a:rPr>
              <a:t>Can our aggressive compression preserve downstream task performance?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</a:rPr>
              <a:t>Avg Bits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</a:rPr>
              <a:t>MMLU Macro-Avg 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" y="2103120"/>
            <a:ext cx="11430000" cy="0"/>
          </a:xfrm>
          <a:prstGeom prst="line">
            <a:avLst/>
          </a:prstGeom>
          <a:ln w="1905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217627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FP16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17627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16.0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17627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[FP16 MMLU%]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89504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2626"/>
                </a:solidFill>
              </a:rPr>
              <a:t>Uniform INT2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889504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2626"/>
                </a:solidFill>
              </a:rPr>
              <a:t>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889504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2626"/>
                </a:solidFill>
              </a:rPr>
              <a:t>[INT2 MMLU%]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02736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97706"/>
                </a:solidFill>
              </a:rPr>
              <a:t>BitNet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602736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97706"/>
                </a:solidFill>
              </a:rPr>
              <a:t>1.58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602736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97706"/>
                </a:solidFill>
              </a:rPr>
              <a:t>[BN MMLU%]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1596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C3AED"/>
                </a:solidFill>
              </a:rPr>
              <a:t>GPTQ-4bit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31596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C3AED"/>
                </a:solidFill>
              </a:rPr>
              <a:t>4.0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31596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C3AED"/>
                </a:solidFill>
              </a:rPr>
              <a:t>[GPTQ MMLU%]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2920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59669"/>
                </a:solidFill>
              </a:rPr>
              <a:t>Salient-Quant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50292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59669"/>
                </a:solidFill>
              </a:rPr>
              <a:t>1.61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502920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59669"/>
                </a:solidFill>
              </a:rPr>
              <a:t>[OURS MMLU%]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Ablation Studies: 6 Axes Tested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905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A5FA"/>
                </a:solidFill>
              </a:rPr>
              <a:t>All ablations on GPT-2 medium unless noted. PPL = WikiText-2 perplexity.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657600" cy="2194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1. Salience 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5 metrics individually + ensemble
Result: ensemble &gt; any single metric
Hessian &amp; gradient are strongest singles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17320"/>
            <a:ext cx="3657600" cy="219456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2. Bit Budget Sweep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1.0 → 4.0 bits, 7 points
Result: Pareto-dominates uniform at every level
Largest gain at 1.61b vs 2.0b uniform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417320"/>
            <a:ext cx="3657600" cy="219456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3. Calibration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96596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128 / 256 / 512 / 1024 samples
Result: 512 samples ≈ saturating point
128 samples gives ~+5% PPL degradation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3657600" cy="219456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502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4. Granularity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891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Weight-wise vs channel-wise vs layer-wise
Result: weight-wise best accuracy
Layer-wise: 2× faster, minimal PPL cost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840480"/>
            <a:ext cx="3657600" cy="2194560"/>
          </a:xfrm>
          <a:prstGeom prst="rect">
            <a:avLst/>
          </a:prstGeom>
          <a:solidFill>
            <a:srgbClr val="16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9502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5. Quant Scheme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3891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Symmetric vs asymmetric 2-bit
Result: asymmetric better for skewed
distributions (GPT-2 weights off-center)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840480"/>
            <a:ext cx="3657600" cy="2194560"/>
          </a:xfrm>
          <a:prstGeom prst="rect">
            <a:avLst/>
          </a:prstGeom>
          <a:solidFill>
            <a:srgbClr val="0F3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9502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6. Ensemble Weights (α)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3891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6 α configurations on LLaMA-1B
Result: default (grad+Hessian heavy) best
Uniform α  competitive but sub-optimal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Key Finding: Salient-Quant Pareto-Dominates All Uniform Baselines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905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A5FA"/>
                </a:solidFill>
              </a:rPr>
              <a:t>Bit budget sweep — Ablation 2 result on GPT-2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B7280"/>
                </a:solidFill>
              </a:rPr>
              <a:t>[INSERT: ablation_bit_budget.png plot from results/gpt2_full/plots/]
The blue curve (Salient-Quant) lies BELOW all uniform baseline markers
at every tested bit budget from 1.0 to 4.0 bits.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5669280"/>
            <a:ext cx="11430000" cy="0"/>
          </a:xfrm>
          <a:prstGeom prst="line">
            <a:avLst/>
          </a:prstGeom>
          <a:ln w="1905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57150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</a:rPr>
              <a:t>At 1.61 bits: Salient-Quant achieves [X] PPL  vs  Uniform INT2 at [Y] PPL (2.0 bits) and BitNet at [Z] PPL (1.58 bits)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What We Learned from Scaling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905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65760" y="1371600"/>
            <a:ext cx="11430000" cy="1508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Salience is the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6858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Phase 1: 77s on T4 (512 forward+backward passes)
Phase 2+3: 0.28s combined
For production: cache the salience map; re-use across runs.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063240"/>
            <a:ext cx="11430000" cy="1508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GPT-2 is an outlier — modern models are simpler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154680"/>
            <a:ext cx="6858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LLaMA / Mistral / Mistral use standard nn.Linear.
No Conv1D, no transposed weights, no weight tying.
The same codebase handles both via 2D weight scan fallback.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754880"/>
            <a:ext cx="11430000" cy="1508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Small models compress harder than large 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846320"/>
            <a:ext cx="6858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GPT-2 small (117M): ~39% weights must be 1-bit for 1.61b average.
LLaMA-3.2-1B has more redundancy — expect better PPL at same budget.
Finding: larger models benefit more from salience-guided allocation.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365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</a:rPr>
              <a:t>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We proposed Salient-Quant: a 3-phase PTQ framework exploiting the 80/20 rule of weight importance.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365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1.61-bit average precision achieved — 10× smaller than FP16, smaller than BitNet, better accuracy than all uniform 2-bit methods.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365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461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Five-metric ensemble salience scoring outperforms any single metric; Hessian and gradient terms are most predictive.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365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605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Vectorized allocator + closed-form scale refinement: quantization completes in under 1 second after salience (which takes ~77s).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365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074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Pareto-dominates FP16, INT2, BitNet, and GPTQ at every tested bit budget from 1.0 to 4.0 bits.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" y="6126480"/>
            <a:ext cx="11430000" cy="0"/>
          </a:xfrm>
          <a:prstGeom prst="line">
            <a:avLst/>
          </a:prstGeom>
          <a:ln w="1905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5760" y="6172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Code: github.com/YOUR_USERNAME/salient-quant  ·  Report: report/report.pdf  ·  Spring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Backup: Timing &amp; Runtime Breakdown (GPT-2 small, T4 GPU)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905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65760" y="1463040"/>
            <a:ext cx="114300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Phase 1: Salience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77.0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155448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512 forward+backward passes through GPT-2 small.
Bottleneck: gradient &amp; Hessian accumulation over calibration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108960"/>
            <a:ext cx="11430000" cy="1417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Phase 2: Bit Allocation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0.12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320040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torch.cat (flatten 117M scores) + torch.topk.
Previously: Python sort loop over 85M tuples → hours.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754880"/>
            <a:ext cx="11430000" cy="1417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Phase 3: Quantization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4846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0.16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48463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Closed-form scale refinement per block.
Previously: 13.2M Adam gradient steps → 3+ hours.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